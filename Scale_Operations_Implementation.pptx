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02196"/>
            <a:ext cx="77724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Operations for Azure Tenant Grapher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44779" y="2746028"/>
            <a:ext cx="72544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for testing large deployments, scale down for faster development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21076" y="3914329"/>
            <a:ext cx="5101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Documentation: docs/SCALE_OPERATIONS.md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Dual-Graph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93750"/>
            <a:ext cx="33679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593800"/>
            <a:ext cx="3301901" cy="22854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Layer: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Azure IDs from scanned tenant (never modified)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Abstracted Layer: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Translated IDs for cross-tenant deployment (where scale operations work)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SCAN_SOURCE_NODE: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Links between original and abstracted nodes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Resources: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Generated only in abstracted layer with special markers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0851" y="1193750"/>
            <a:ext cx="4445198" cy="2786955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home/azureuser/src/atg/worktrees/feat-issue-427-scale-operations/docs/diagrams/dual-graph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401" y="1838623"/>
            <a:ext cx="4026098" cy="14970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Scale-Up Sequence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310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380976"/>
            <a:ext cx="3048000" cy="144482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pPr algn="l"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graph state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Generation:</a:t>
            </a:r>
            <a:pPr algn="l"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nodes with adaptive batching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pPr algn="l"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Clone structure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pPr algn="l"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integrity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Rollback:</a:t>
            </a:r>
            <a:pPr algn="l"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cleanup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6950" y="1015901"/>
            <a:ext cx="4699099" cy="3593753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home/azureuser/src/atg/worktrees/feat-issue-427-scale-operations/docs/diagrams/scale-up-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4823" y="1161901"/>
            <a:ext cx="2063204" cy="330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Scale-Down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93750"/>
            <a:ext cx="33679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Stages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593800"/>
            <a:ext cx="3301901" cy="169113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 graph data in batches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algorithm (Forest Fire, MHRW, Random Walk)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quality metrics (KL divergence, clustering)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 to YAML, JSON, Neo4j, or IaC formats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0851" y="1193750"/>
            <a:ext cx="4445198" cy="2192685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home/azureuser/src/atg/worktrees/feat-issue-427-scale-operations/docs/diagrams/scale-down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401" y="1638746"/>
            <a:ext cx="4026098" cy="1302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Component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93750"/>
            <a:ext cx="33679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593800"/>
            <a:ext cx="3301901" cy="23869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ScaleUpService: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Template and scenario-based generation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ScaleDownService: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 and pattern-based sampling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ValidationService: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 integrity checks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StatsService: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 tracking and metrics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CleanupService: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Synthetic data removal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0851" y="1193750"/>
            <a:ext cx="4445198" cy="2888456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home/azureuser/src/atg/worktrees/feat-issue-427-scale-operations/docs/diagrams/component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401" y="2245668"/>
            <a:ext cx="4026098" cy="784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5730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752600"/>
            <a:ext cx="8128099" cy="130016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Abstracted layer isolation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operations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batching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 validation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service architecture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integration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resource tracking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3306663"/>
            <a:ext cx="8128099" cy="6858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48" y="3459063"/>
            <a:ext cx="77727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scale operations preserve graph topology while enabling flexible testing scenarios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Tutorial: Using the SPA/GUI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66651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Scale Operations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492002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the GUI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771352"/>
            <a:ext cx="8128099" cy="320576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771352"/>
            <a:ext cx="0" cy="320576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001" y="1860203"/>
            <a:ext cx="79928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320528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Navigate &amp; Configure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599879"/>
            <a:ext cx="8128099" cy="89892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"Scale Operations" tab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Scale-Up or Scale-Down panel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strategy and set parameters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before execution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727400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Monitor &amp; 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4006751"/>
            <a:ext cx="8128099" cy="4113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 via WebSocket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statistics and validation results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Tutorial: Command Line Usage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7950" y="100637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Scale-Up: Template &amp; 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219051"/>
            <a:ext cx="8128099" cy="263872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219051"/>
            <a:ext cx="0" cy="26387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551" y="1282452"/>
            <a:ext cx="80447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scale-up template --scale-factor 2.0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533674"/>
            <a:ext cx="8128099" cy="263872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533674"/>
            <a:ext cx="0" cy="26387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551" y="1597075"/>
            <a:ext cx="80447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scale-up scenario --scenario hub-spoke --spoke-count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94994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Scale-Down: Algorithm &amp; 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162621"/>
            <a:ext cx="8128099" cy="263872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162621"/>
            <a:ext cx="0" cy="26387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551" y="2226022"/>
            <a:ext cx="80447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scale-down algorithm --algorithm forest-fire --target-size 0.1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477244"/>
            <a:ext cx="8128099" cy="263872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2477244"/>
            <a:ext cx="0" cy="26387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551" y="2540645"/>
            <a:ext cx="80447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scale-down pattern --pattern compute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289351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106192"/>
            <a:ext cx="8128099" cy="263872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000" y="3106192"/>
            <a:ext cx="0" cy="26387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551" y="3169593"/>
            <a:ext cx="80447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scale-cleanup --all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Demo: Baseline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310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Stats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380976"/>
            <a:ext cx="3048000" cy="1076325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380976"/>
            <a:ext cx="0" cy="1076325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533376"/>
            <a:ext cx="27592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Nodes: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5,386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450" y="1790551"/>
            <a:ext cx="27592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8450" y="2047726"/>
            <a:ext cx="27592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Synthetic: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647801"/>
            <a:ext cx="3108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Resource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949327"/>
            <a:ext cx="3048000" cy="10915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Subnets: 2,276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Assignments: 1,031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VNets: 321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NICs: 145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VMs: 98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73401" y="1015901"/>
            <a:ext cx="4762649" cy="3088332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/home/azureuser/src/atg/worktrees/feat-issue-427-scale-operations/visualizations/ACTUAL-graph-current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401" y="1302693"/>
            <a:ext cx="4470648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Demo: Scale-Up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324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Used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346002"/>
            <a:ext cx="3182243" cy="648593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346002"/>
            <a:ext cx="0" cy="648593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447502"/>
            <a:ext cx="29480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-c "await service.scale_up_template(tenant_id='...', scale_factor=1.67)"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185095"/>
            <a:ext cx="324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Scale-Up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2515195"/>
            <a:ext cx="3182243" cy="987028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515195"/>
            <a:ext cx="0" cy="987028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001" y="2642146"/>
            <a:ext cx="29480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9,150 nodes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3001" y="2886521"/>
            <a:ext cx="29480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001" y="3130897"/>
            <a:ext cx="29480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3,764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654623"/>
            <a:ext cx="3182243" cy="383977"/>
          </a:xfrm>
          <a:prstGeom prst="rect">
            <a:avLst/>
          </a:prstGeom>
          <a:solidFill>
            <a:srgbClr val="69DB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9659" y="3756124"/>
            <a:ext cx="30388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+3,764 synthetic nodes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07644" y="1015901"/>
            <a:ext cx="4628406" cy="3022699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/home/azureuser/src/atg/worktrees/feat-issue-427-scale-operations/visualizations/02-REAL-scaled-up-87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3644" y="1307604"/>
            <a:ext cx="4336405" cy="2439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Demo: Scale-Down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Used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346002"/>
            <a:ext cx="3048000" cy="500063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346002"/>
            <a:ext cx="0" cy="50006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447502"/>
            <a:ext cx="281111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atg scale-down algorithm --algorithm forest-fire --target-size 0.1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0365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Scale-Down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2366665"/>
            <a:ext cx="3048000" cy="1231404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366665"/>
            <a:ext cx="0" cy="1231404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001" y="2493615"/>
            <a:ext cx="28111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915 nodes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3001" y="2737991"/>
            <a:ext cx="28111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001" y="2982367"/>
            <a:ext cx="28111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001" y="3226743"/>
            <a:ext cx="28111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3750469"/>
            <a:ext cx="3048000" cy="383977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01" y="3851970"/>
            <a:ext cx="29018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reduction in 0.10 seconds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3401" y="1015901"/>
            <a:ext cx="4762649" cy="3118545"/>
          </a:xfrm>
          <a:prstGeom prst="rect">
            <a:avLst/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home/azureuser/src/atg/worktrees/feat-issue-427-scale-operations/visualizations/03-REAL-scaled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401" y="1317873"/>
            <a:ext cx="4470648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Operations Implementation</dc:title>
  <dc:subject>PptxGenJS Presentation</dc:subject>
  <dc:creator>Azure Tenant Grapher Team</dc:creator>
  <cp:lastModifiedBy>Azure Tenant Grapher Team</cp:lastModifiedBy>
  <cp:revision>1</cp:revision>
  <dcterms:created xsi:type="dcterms:W3CDTF">2025-11-15T01:37:12Z</dcterms:created>
  <dcterms:modified xsi:type="dcterms:W3CDTF">2025-11-15T01:37:12Z</dcterms:modified>
</cp:coreProperties>
</file>