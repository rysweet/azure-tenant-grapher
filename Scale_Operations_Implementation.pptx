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Scale Operations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Implementation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4F6F6"/>
                </a:solidFill>
              </a:rPr>
              <a:t>Azure Tenant Grapher - Feature Complete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498DB"/>
                </a:solidFill>
              </a:rPr>
              <a:t>Full Documentation: docs/SCALE_OPERATIONS_*.md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Overview &amp;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Two Operations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Scale-Up: Synthetic resource generation for testing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Scale-Down: Graph sampling for reduced test datasets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Dual-Graph Architecture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Original nodes (:Resource:Original) - Real Azure IDs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Abstracted nodes (:Resource) - Translated IDs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Scale operations work on abstracted layer only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Scale-Up: Template-Based Replication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How It Works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1. Select template subscription from real scan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2. Extract resource topology and relationships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3. Replicate N times with unique IDs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4. Mark as synthetic for easy identification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Key Features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Preserves realistic resource relationships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Deterministic ID generation (reproducible)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Scale factor control (e.g., 1.5x, 2x)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Dashboard tracking with live progress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Scale-Down: Graph Sampling Algorithms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Three Algorithm Options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Forest Fire: Community-preserving sampling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MHRW: Metropolis-Hastings Random Walk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Random Walk: Simple probabilistic sampling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Workflow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1. Convert Neo4j → NetworkX (streaming)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2. Apply sampling algorithm (target: 10%)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3. Calculate quality metrics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4. Export or delete unsampled nodes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Quality Assurance &amp;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Scale-Up Validation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ID collision detection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Relationship integrity checks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Performance: 3,600 resources in &lt;10s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Scale-Down Quality Metrics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Degree distribution similarity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Clustering coefficient preservation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Resource type distribution matching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Connected component analysis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Integration Points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CLI Commands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atg scale-up --scale-factor 2.0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atg scale-down --algorithm forest-fire --target-size 0.1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Services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ScaleUpService - Template replication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ScaleDownService - Graph sampling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IDAbstractionService - Deterministic IDs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Dashboard Support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Real-time progress tracking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Live metrics display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UI Operations (Future Enhancement)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Web Interface Coming Soon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Visual graph explorer with scale controls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Interactive algorithm parameter tuning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Real-time quality metric visualization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One-click scale operations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Current Access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CLI commands (fully functional)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Dashboard integration (progress tracking)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• Neo4j Browser (manual queries)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833"/>
                </a:solidFill>
              </a:rPr>
              <a:t>CLI Tutorial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Scale-Up Example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Scale to 1.5x original size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atg scale-up --scale-factor 1.5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Scale-Down Example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Sample 10% using forest-fire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atg scale-down algorithm \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--algorithm forest-fire \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--target-size 0.1 \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--output-mode delete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Demonstration: Baseline State</a:t>
            </a:r>
            <a:endParaRPr lang="en-US" sz="2800" dirty="0"/>
          </a:p>
        </p:txBody>
      </p:sp>
      <p:pic>
        <p:nvPicPr>
          <p:cNvPr id="3" name="Image 0" descr="/home/azureuser/src/atg/worktrees/feat-issue-427-scale-operations/outputs/baseline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486400" cy="3108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0" y="914400"/>
            <a:ext cx="2286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Real Azure Scan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Resource nodes: 5,386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Total nodes: 9,157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Includes: Users, SPs,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Roles, Tags, Groups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Demonstration: Scale-Up to 9k Nodes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40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Command: atg scale-up --scale-factor 1.67</a:t>
            </a:r>
            <a:endParaRPr lang="en-US" sz="1400" dirty="0"/>
          </a:p>
        </p:txBody>
      </p:sp>
      <p:pic>
        <p:nvPicPr>
          <p:cNvPr id="4" name="Image 0" descr="/home/azureuser/src/atg/worktrees/feat-issue-427-scale-operations/outputs/scaleup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4864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188720"/>
            <a:ext cx="22860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After Scale-Up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Real: 5,386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Synthetic: 3,608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Total Resource: 8,994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All nodes: 12,765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000000"/>
                </a:solidFill>
              </a:rPr>
              <a:t>Yellow outer ring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000000"/>
                </a:solidFill>
              </a:rPr>
              <a:t>= synthetic nodes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833"/>
                </a:solidFill>
              </a:rPr>
              <a:t>Demonstration: Scale-Down to 10%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Command: atg scale-down algorithm --algorithm forest-fire --target-size 0.1 --output-mode delete</a:t>
            </a:r>
            <a:endParaRPr lang="en-US" sz="1100" dirty="0"/>
          </a:p>
        </p:txBody>
      </p:sp>
      <p:pic>
        <p:nvPicPr>
          <p:cNvPr id="4" name="Image 0" descr="/home/azureuser/src/atg/worktrees/feat-issue-427-scale-operations/outputs/scaledown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4864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188720"/>
            <a:ext cx="22860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After Scale-Down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Resource: 899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000000"/>
                </a:solidFill>
              </a:rPr>
              <a:t>• (10% of 8,994)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Total nodes: 4,670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Algorithm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Forest Fire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• Preserves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community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structure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Scale Operations Implementation</dc:title>
  <dc:subject>PptxGenJS Presentation</dc:subject>
  <dc:creator>Azure Tenant Grapher</dc:creator>
  <cp:lastModifiedBy>Azure Tenant Grapher</cp:lastModifiedBy>
  <cp:revision>1</cp:revision>
  <dcterms:created xsi:type="dcterms:W3CDTF">2025-11-15T16:47:21Z</dcterms:created>
  <dcterms:modified xsi:type="dcterms:W3CDTF">2025-11-15T16:47:21Z</dcterms:modified>
</cp:coreProperties>
</file>