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Scale Operations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Azure Tenant Grapher • Issue #427 • November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Scale-UP: Synthetic resource generation</a:t>
            </a:r>
          </a:p>
          <a:p>
            <a:pPr>
              <a:defRPr sz="1800"/>
            </a:pPr>
            <a:r>
              <a:t>Scale-DOWN: Representative subset extraction</a:t>
            </a:r>
          </a:p>
          <a:p>
            <a:pPr>
              <a:defRPr sz="1800"/>
            </a:pPr>
            <a:r>
              <a:t>7 Services, 7 CLI commands, 12 UI components</a:t>
            </a:r>
          </a:p>
          <a:p>
            <a:pPr>
              <a:defRPr sz="1800"/>
            </a:pPr>
            <a:r>
              <a:t>Tested with real DefenderATEVET17 tenant data</a:t>
            </a:r>
          </a:p>
          <a:p>
            <a:pPr>
              <a:defRPr sz="1800"/>
            </a:pPr>
            <a:r>
              <a:t>Bugs found and fixed through end-to-end testing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Dual-Graph Architecture</a:t>
            </a:r>
          </a:p>
        </p:txBody>
      </p:sp>
      <p:pic>
        <p:nvPicPr>
          <p:cNvPr id="3" name="Picture 2" descr="dual-graph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5983919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Scale operations work only on abstracted layer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Scale-Up Sequence</a:t>
            </a:r>
          </a:p>
        </p:txBody>
      </p:sp>
      <p:pic>
        <p:nvPicPr>
          <p:cNvPr id="3" name="Picture 2" descr="scale-up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714019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Complete operation flow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Scale-Down Pipeline</a:t>
            </a:r>
          </a:p>
        </p:txBody>
      </p:sp>
      <p:pic>
        <p:nvPicPr>
          <p:cNvPr id="3" name="Picture 2" descr="scale-down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8371127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Four-stage sampling pipeline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Component Architecture</a:t>
            </a:r>
          </a:p>
        </p:txBody>
      </p:sp>
      <p:pic>
        <p:nvPicPr>
          <p:cNvPr id="3" name="Picture 2" descr="component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0503004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Service hierarchy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 Graph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Command: atg scan --tenant-id 3cd87a41-1f61-4aef-a212-cefdecd9a2d1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Result: 3,766 abstracted resources</a:t>
            </a:r>
          </a:p>
          <a:p>
            <a:pPr>
              <a:defRPr sz="1800"/>
            </a:pPr>
            <a:r>
              <a:t>Top types:</a:t>
            </a:r>
          </a:p>
          <a:p>
            <a:pPr>
              <a:defRPr sz="1800"/>
            </a:pPr>
            <a:r>
              <a:t>  • Subnets: 2,265</a:t>
            </a:r>
          </a:p>
          <a:p>
            <a:pPr>
              <a:defRPr sz="1800"/>
            </a:pPr>
            <a:r>
              <a:t>  • Virtual Networks: 309</a:t>
            </a:r>
          </a:p>
          <a:p>
            <a:pPr>
              <a:defRPr sz="1800"/>
            </a:pPr>
            <a:r>
              <a:t>  • Network Interfaces: 175</a:t>
            </a:r>
          </a:p>
          <a:p>
            <a:pPr>
              <a:defRPr sz="1800"/>
            </a:pPr>
            <a:r>
              <a:t>  • Managed Identities: 114</a:t>
            </a:r>
          </a:p>
          <a:p>
            <a:pPr>
              <a:defRPr sz="1800"/>
            </a:pPr>
            <a:r>
              <a:t>  • Network Security Groups: 113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Scaled Graph: 87,941 Nodes</a:t>
            </a:r>
          </a:p>
        </p:txBody>
      </p:sp>
      <p:pic>
        <p:nvPicPr>
          <p:cNvPr id="3" name="Picture 2" descr="CURRENT-87k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Command: uv run atg visualize (after multiple scale-up operations)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End-to-End Testing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Bugs Found &amp; Fixed:</a:t>
            </a:r>
          </a:p>
          <a:p>
            <a:pPr>
              <a:defRPr sz="1800"/>
            </a:pPr>
            <a:r>
              <a:t>  1. CLI argument validation (dashes vs underscores)</a:t>
            </a:r>
          </a:p>
          <a:p>
            <a:pPr>
              <a:defRPr sz="1800"/>
            </a:pPr>
            <a:r>
              <a:t>  2. tenant_id filter on Resource nodes (doesn't exist)</a:t>
            </a:r>
          </a:p>
          <a:p>
            <a:pPr>
              <a:defRPr sz="1800"/>
            </a:pPr>
            <a:r>
              <a:t>  3. Output mode validation mismatches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Architectural Finding:</a:t>
            </a:r>
          </a:p>
          <a:p>
            <a:pPr>
              <a:defRPr sz="1800"/>
            </a:pPr>
            <a:r>
              <a:t>  • Abstracted layer has sparse relationships (85 vs 4,478)</a:t>
            </a:r>
          </a:p>
          <a:p>
            <a:pPr>
              <a:defRPr sz="1800"/>
            </a:pPr>
            <a:r>
              <a:t>  • Impacts sampling algorithms</a:t>
            </a:r>
          </a:p>
          <a:p>
            <a:pPr>
              <a:defRPr sz="1800"/>
            </a:pPr>
            <a:r>
              <a:t>  • Documented for future work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Scale-Up: Template-based generation works</a:t>
            </a:r>
          </a:p>
          <a:p>
            <a:pPr>
              <a:defRPr sz="1800"/>
            </a:pPr>
            <a:r>
              <a:t>Scale-Down: Pattern-based sampling works</a:t>
            </a:r>
          </a:p>
          <a:p>
            <a:pPr>
              <a:defRPr sz="1800"/>
            </a:pPr>
            <a:r>
              <a:t>CLI: All 7 commands functional (with bug fixes)</a:t>
            </a:r>
          </a:p>
          <a:p>
            <a:pPr>
              <a:defRPr sz="1800"/>
            </a:pPr>
            <a:r>
              <a:t>UI: 12 React components built and tested</a:t>
            </a:r>
          </a:p>
          <a:p>
            <a:pPr>
              <a:defRPr sz="1800"/>
            </a:pPr>
            <a:r>
              <a:t>Visualization: Synthetic node highlighting implemented</a:t>
            </a:r>
          </a:p>
          <a:p>
            <a:pPr>
              <a:defRPr sz="1800"/>
            </a:pPr>
            <a:r>
              <a:t>Testing: 534 tests, multiple bugs caught through E2E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