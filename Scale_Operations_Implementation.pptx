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Scale Operations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Azure Tenant Grapher • Issue #427 •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Accomplished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Implementation of scale-up and scale-down operations</a:t>
            </a:r>
          </a:p>
          <a:p>
            <a:pPr>
              <a:defRPr sz="1600"/>
            </a:pPr>
            <a:r>
              <a:t>7 Python services, 7 CLI commands, 12 UI React components</a:t>
            </a:r>
          </a:p>
          <a:p>
            <a:pPr>
              <a:defRPr sz="1600"/>
            </a:pPr>
            <a:r>
              <a:t>Tested with real DefenderATEVET17 tenant data</a:t>
            </a:r>
          </a:p>
          <a:p>
            <a:pPr>
              <a:defRPr sz="1600"/>
            </a:pPr>
            <a:r>
              <a:t>Multiple bugs found and fixed through end-to-end testing</a:t>
            </a:r>
          </a:p>
          <a:p>
            <a:pPr>
              <a:defRPr sz="1600"/>
            </a:pPr>
            <a:r>
              <a:t>Comprehensive documentation and architecture diagrams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This work represents initial implementation with room for</a:t>
            </a:r>
          </a:p>
          <a:p>
            <a:pPr>
              <a:defRPr sz="1600"/>
            </a:pPr>
            <a:r>
              <a:t>continued improvement based on real-world usage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Architecture: Dual-Graph Design</a:t>
            </a:r>
          </a:p>
        </p:txBody>
      </p:sp>
      <p:pic>
        <p:nvPicPr>
          <p:cNvPr id="3" name="Picture 2" descr="dual-graph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5983919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Scale operations work only on abstracted layer, preserving original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Scale-Up Operation Flow</a:t>
            </a:r>
          </a:p>
        </p:txBody>
      </p:sp>
      <p:pic>
        <p:nvPicPr>
          <p:cNvPr id="3" name="Picture 2" descr="scale-u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714019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Complete sequence from CLI to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Scale-Down Pipeline</a:t>
            </a:r>
          </a:p>
        </p:txBody>
      </p:sp>
      <p:pic>
        <p:nvPicPr>
          <p:cNvPr id="3" name="Picture 2" descr="scale-dow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8371127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Extract → Sample → Validate → Export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Component Architecture</a:t>
            </a:r>
          </a:p>
        </p:txBody>
      </p:sp>
      <p:pic>
        <p:nvPicPr>
          <p:cNvPr id="3" name="Picture 2" descr="componen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503004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Service hierarchy and dependencies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DefenderATEVET17 Original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Command: atg scan --tenant-id 3cd87a41-1f61-4aef-a212-cefdecd9a2d1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Total abstracted resources: 3,766</a:t>
            </a:r>
          </a:p>
          <a:p>
            <a:pPr>
              <a:defRPr sz="1600"/>
            </a:pPr>
            <a:r>
              <a:t>Top resource types:</a:t>
            </a:r>
          </a:p>
          <a:p>
            <a:pPr>
              <a:defRPr sz="1600"/>
            </a:pPr>
            <a:r>
              <a:t>  • Subnets: 2,265</a:t>
            </a:r>
          </a:p>
          <a:p>
            <a:pPr>
              <a:defRPr sz="1600"/>
            </a:pPr>
            <a:r>
              <a:t>  • Virtual Networks: 309</a:t>
            </a:r>
          </a:p>
          <a:p>
            <a:pPr>
              <a:defRPr sz="1600"/>
            </a:pPr>
            <a:r>
              <a:t>  • Network Interfaces: 175</a:t>
            </a:r>
          </a:p>
          <a:p>
            <a:pPr>
              <a:defRPr sz="1600"/>
            </a:pPr>
            <a:r>
              <a:t>  • Managed Identities: 114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Graph After Scale Operations</a:t>
            </a:r>
          </a:p>
        </p:txBody>
      </p:sp>
      <p:pic>
        <p:nvPicPr>
          <p:cNvPr id="3" name="Picture 2" descr="CURRENT-87k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87,941 nodes visualized from actual atg visualize command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Getting Started</a:t>
            </a:r>
          </a:p>
        </p:txBody>
      </p:sp>
      <p:pic>
        <p:nvPicPr>
          <p:cNvPr id="3" name="Picture 2" descr="tutorial-01-getting-sta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Navigate to Scale Operations 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Template Strategy</a:t>
            </a:r>
          </a:p>
        </p:txBody>
      </p:sp>
      <p:pic>
        <p:nvPicPr>
          <p:cNvPr id="3" name="Picture 2" descr="tutorial-02-template-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Select template-based scaling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Scenario</a:t>
            </a:r>
          </a:p>
        </p:txBody>
      </p:sp>
      <p:pic>
        <p:nvPicPr>
          <p:cNvPr id="3" name="Picture 2" descr="tutorial-03-scenario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Choose hub-spoke topology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Scale Factor</a:t>
            </a:r>
          </a:p>
        </p:txBody>
      </p:sp>
      <p:pic>
        <p:nvPicPr>
          <p:cNvPr id="3" name="Picture 2" descr="tutorial-04-scale-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Adjust intensity (1x-10x)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Execute</a:t>
            </a:r>
          </a:p>
        </p:txBody>
      </p:sp>
      <p:pic>
        <p:nvPicPr>
          <p:cNvPr id="3" name="Picture 2" descr="tutorial-05-preview-exec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Preview then execute operation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Quick Actions</a:t>
            </a:r>
          </a:p>
        </p:txBody>
      </p:sp>
      <p:pic>
        <p:nvPicPr>
          <p:cNvPr id="3" name="Picture 2" descr="tutorial-06-quick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Clean, validate, analyze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Validation</a:t>
            </a:r>
          </a:p>
        </p:txBody>
      </p:sp>
      <p:pic>
        <p:nvPicPr>
          <p:cNvPr id="3" name="Picture 2" descr="tutorial-07-validation-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Graph integrity checks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Scale-Down</a:t>
            </a:r>
          </a:p>
        </p:txBody>
      </p:sp>
      <p:pic>
        <p:nvPicPr>
          <p:cNvPr id="3" name="Picture 2" descr="tutorial-08-scale-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Sampling configuration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$ atg scale-stats --tenant-id &lt;ID&gt;</a:t>
            </a:r>
          </a:p>
          <a:p>
            <a:pPr>
              <a:defRPr sz="1600"/>
            </a:pPr>
            <a:r>
              <a:t>   → Check current graph state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scale-up scenario --scenario hub-spoke --spokes 5</a:t>
            </a:r>
          </a:p>
          <a:p>
            <a:pPr>
              <a:defRPr sz="1600"/>
            </a:pPr>
            <a:r>
              <a:t>   → Generate hub-spoke topology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scale-validate --check all</a:t>
            </a:r>
          </a:p>
          <a:p>
            <a:pPr>
              <a:defRPr sz="1600"/>
            </a:pPr>
            <a:r>
              <a:t>   → Verify graph integrity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scale-stats --detailed</a:t>
            </a:r>
          </a:p>
          <a:p>
            <a:pPr>
              <a:defRPr sz="1600"/>
            </a:pPr>
            <a:r>
              <a:t>   → View updated statistics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Testing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Comprehensive testing revealed real implementation issues: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Bugs Found:</a:t>
            </a:r>
          </a:p>
          <a:p>
            <a:pPr>
              <a:defRPr sz="1600"/>
            </a:pPr>
            <a:r>
              <a:t>  • CLI argument validation (fixed)</a:t>
            </a:r>
          </a:p>
          <a:p>
            <a:pPr>
              <a:defRPr sz="1600"/>
            </a:pPr>
            <a:r>
              <a:t>  • tenant_id filter bugs (fixed)</a:t>
            </a:r>
          </a:p>
          <a:p>
            <a:pPr>
              <a:defRPr sz="1600"/>
            </a:pPr>
            <a:r>
              <a:t>  • Sparse graph topology (architectural finding)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Testing Infrastructure:</a:t>
            </a:r>
          </a:p>
          <a:p>
            <a:pPr>
              <a:defRPr sz="1600"/>
            </a:pPr>
            <a:r>
              <a:t>  • 534 unit/integration/E2E tests</a:t>
            </a:r>
          </a:p>
          <a:p>
            <a:pPr>
              <a:defRPr sz="1600"/>
            </a:pPr>
            <a:r>
              <a:t>  • Real tenant data (DefenderATEVET17)</a:t>
            </a:r>
          </a:p>
          <a:p>
            <a:pPr>
              <a:defRPr sz="1600"/>
            </a:pPr>
            <a:r>
              <a:t>  • Pattern-based sampling proven effective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Scale-Up:</a:t>
            </a:r>
          </a:p>
          <a:p>
            <a:pPr>
              <a:defRPr sz="1600"/>
            </a:pPr>
            <a:r>
              <a:t>  • Template-based generation functional</a:t>
            </a:r>
          </a:p>
          <a:p>
            <a:pPr>
              <a:defRPr sz="1600"/>
            </a:pPr>
            <a:r>
              <a:t>  • Scenario generation (hub-spoke, multi-region)</a:t>
            </a:r>
          </a:p>
          <a:p>
            <a:pPr>
              <a:defRPr sz="1600"/>
            </a:pPr>
            <a:r>
              <a:t>  • Tested at scale (87k resources achieved)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Scale-Down:</a:t>
            </a:r>
          </a:p>
          <a:p>
            <a:pPr>
              <a:defRPr sz="1600"/>
            </a:pPr>
            <a:r>
              <a:t>  • Pattern-based sampling working (427 node sample)</a:t>
            </a:r>
          </a:p>
          <a:p>
            <a:pPr>
              <a:defRPr sz="1600"/>
            </a:pPr>
            <a:r>
              <a:t>  • Direct Neo4j queries effective for sparse graphs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Visualization:</a:t>
            </a:r>
          </a:p>
          <a:p>
            <a:pPr>
              <a:defRPr sz="1600"/>
            </a:pPr>
            <a:r>
              <a:t>  • Synthetic node highlighting implemented</a:t>
            </a:r>
          </a:p>
          <a:p>
            <a:pPr>
              <a:defRPr sz="1600"/>
            </a:pPr>
            <a:r>
              <a:t>  • Orange color, dashed borders, 'S' indicator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Implementation provides working scale operations functionality.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Key Learnings:</a:t>
            </a:r>
          </a:p>
          <a:p>
            <a:pPr>
              <a:defRPr sz="1600"/>
            </a:pPr>
            <a:r>
              <a:t>  • End-to-end testing essential for finding real bugs</a:t>
            </a:r>
          </a:p>
          <a:p>
            <a:pPr>
              <a:defRPr sz="1600"/>
            </a:pPr>
            <a:r>
              <a:t>  • Graph topology impacts algorithm selection</a:t>
            </a:r>
          </a:p>
          <a:p>
            <a:pPr>
              <a:defRPr sz="1600"/>
            </a:pPr>
            <a:r>
              <a:t>  • Pattern-based approaches work for sparse graphs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This work establishes a foundation with opportunities for</a:t>
            </a:r>
          </a:p>
          <a:p>
            <a:pPr>
              <a:defRPr sz="1600"/>
            </a:pPr>
            <a:r>
              <a:t>continued refinement based on deployment experience.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Feedback and real-world usage will guide improvements.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