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Scale Operations for Azure Tenant Grapher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Implementation &amp; Testing • Issue #427 • November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Scale-UP: Synthetic resource generation implemented</a:t>
            </a:r>
          </a:p>
          <a:p>
            <a:pPr>
              <a:defRPr sz="2000"/>
            </a:pPr>
            <a:r>
              <a:t>Scale-DOWN: Sampling algorithms implemented</a:t>
            </a:r>
          </a:p>
          <a:p>
            <a:pPr>
              <a:defRPr sz="2000"/>
            </a:pPr>
            <a:r>
              <a:t>CLI: 7 commands functional</a:t>
            </a:r>
          </a:p>
          <a:p>
            <a:pPr>
              <a:defRPr sz="2000"/>
            </a:pPr>
            <a:r>
              <a:t>UI: 12 React components built</a:t>
            </a:r>
          </a:p>
          <a:p>
            <a:pPr>
              <a:defRPr sz="2000"/>
            </a:pPr>
            <a:r>
              <a:t>Testing: 534 tests, 96% passing</a:t>
            </a:r>
          </a:p>
          <a:p>
            <a:pPr>
              <a:defRPr sz="2000"/>
            </a:pPr>
            <a:r>
              <a:t>Real scale test: 2.7k → 77k resources achieved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Dual-Graph Architecture</a:t>
            </a:r>
          </a:p>
        </p:txBody>
      </p:sp>
      <p:pic>
        <p:nvPicPr>
          <p:cNvPr id="3" name="Picture 2" descr="dual-graph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3716000" cy="51002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315200"/>
            <a:ext cx="1371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Scale operations work only on abstracted layer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Scale-Up Flow</a:t>
            </a:r>
          </a:p>
        </p:txBody>
      </p:sp>
      <p:pic>
        <p:nvPicPr>
          <p:cNvPr id="3" name="Picture 2" descr="scale-up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3716000" cy="2194992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315200"/>
            <a:ext cx="1371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Complete operation sequence with validation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Scale-Down Pipeline</a:t>
            </a:r>
          </a:p>
        </p:txBody>
      </p:sp>
      <p:pic>
        <p:nvPicPr>
          <p:cNvPr id="3" name="Picture 2" descr="scale-down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3716000" cy="44375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315200"/>
            <a:ext cx="1371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Four-stage sampling pipeline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Component Architecture</a:t>
            </a:r>
          </a:p>
        </p:txBody>
      </p:sp>
      <p:pic>
        <p:nvPicPr>
          <p:cNvPr id="3" name="Picture 2" descr="component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3716000" cy="26726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315200"/>
            <a:ext cx="1371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Service hierarchy and dependencies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Baseline: Original Graph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DefenderATEVET17 Before Scale Operations: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  • Original resources: 2,936</a:t>
            </a:r>
          </a:p>
          <a:p>
            <a:pPr>
              <a:defRPr sz="2000"/>
            </a:pPr>
            <a:r>
              <a:t>  • Abstracted resources: 2,766</a:t>
            </a:r>
          </a:p>
          <a:p>
            <a:pPr>
              <a:defRPr sz="2000"/>
            </a:pPr>
            <a:r>
              <a:t>  • Synthetic resources: 0</a:t>
            </a:r>
          </a:p>
          <a:p>
            <a:pPr>
              <a:defRPr sz="2000"/>
            </a:pPr>
            <a:r>
              <a:t>  • Relationships: 6,825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Represents real Azure production tenant with VMs,</a:t>
            </a:r>
          </a:p>
          <a:p>
            <a:pPr>
              <a:defRPr sz="2000"/>
            </a:pPr>
            <a:r>
              <a:t>VNets, Storage, Entra ID, and other resources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Scaled-Up: After 10x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DefenderATEVET17 After Scale-Up Operations: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  • Original resources: 2,936 (unchanged)</a:t>
            </a:r>
          </a:p>
          <a:p>
            <a:pPr>
              <a:defRPr sz="2000"/>
            </a:pPr>
            <a:r>
              <a:t>  • Abstracted (real): 2,766 (unchanged)</a:t>
            </a:r>
          </a:p>
          <a:p>
            <a:pPr>
              <a:defRPr sz="2000"/>
            </a:pPr>
            <a:r>
              <a:t>  • Synthetic resources: 74,397 (created)</a:t>
            </a:r>
          </a:p>
          <a:p>
            <a:pPr>
              <a:defRPr sz="2000"/>
            </a:pPr>
            <a:r>
              <a:t>  • Total abstracted: 77,163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Growth: 27x from baseline</a:t>
            </a:r>
          </a:p>
          <a:p>
            <a:pPr>
              <a:defRPr sz="2000"/>
            </a:pPr>
            <a:r>
              <a:t>Throughput: 329 resources/second peak</a:t>
            </a:r>
          </a:p>
          <a:p>
            <a:pPr>
              <a:defRPr sz="2000"/>
            </a:pPr>
            <a:r>
              <a:t>Validation: All integrity checks passed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Scaled-Down: 10% Representative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Sampling from 77k Resource Graph: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  • Algorithm: Forest Fire</a:t>
            </a:r>
          </a:p>
          <a:p>
            <a:pPr>
              <a:defRPr sz="2000"/>
            </a:pPr>
            <a:r>
              <a:t>  • Target: 10% (~7,700 resources)</a:t>
            </a:r>
          </a:p>
          <a:p>
            <a:pPr>
              <a:defRPr sz="2000"/>
            </a:pPr>
            <a:r>
              <a:t>  • Quality: Degree distribution preserved</a:t>
            </a:r>
          </a:p>
          <a:p>
            <a:pPr>
              <a:defRPr sz="2000"/>
            </a:pPr>
            <a:r>
              <a:t>  • Output: YAML export for analysis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Maintains graph properties while reducing scale</a:t>
            </a:r>
          </a:p>
          <a:p>
            <a:pPr>
              <a:defRPr sz="2000"/>
            </a:pPr>
            <a:r>
              <a:t>Useful for focused security analysis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 Tutorial: Scale-Up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$ atg scale-stats --tenant-id &lt;ID&gt;</a:t>
            </a:r>
          </a:p>
          <a:p>
            <a:pPr>
              <a:defRPr sz="2000"/>
            </a:pPr>
            <a:r>
              <a:t>$ atg scale-up scenario --scenario hub-spoke --spokes 5</a:t>
            </a:r>
          </a:p>
          <a:p>
            <a:pPr>
              <a:defRPr sz="2000"/>
            </a:pPr>
            <a:r>
              <a:t>$ atg scale-validate --check all</a:t>
            </a:r>
          </a:p>
          <a:p>
            <a:pPr>
              <a:defRPr sz="2000"/>
            </a:pPr>
            <a:r>
              <a:t>$ atg scale-stats --detailed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 Tutorial: Scale-Down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$ atg scale-down algorithm --algorithm forest-fire --target-size 0.1</a:t>
            </a:r>
          </a:p>
          <a:p>
            <a:pPr>
              <a:defRPr sz="2000"/>
            </a:pPr>
            <a:r>
              <a:t>$ atg scale-down pattern --pattern security</a:t>
            </a:r>
          </a:p>
          <a:p>
            <a:pPr>
              <a:defRPr sz="2000"/>
            </a:pPr>
            <a:r>
              <a:t>$ atg scale-clean --all  # cleanup when done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Code: Scale-Up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ScaleUpService.scale_up_template():</a:t>
            </a:r>
          </a:p>
          <a:p>
            <a:pPr>
              <a:defRPr sz="2000"/>
            </a:pPr>
            <a:r>
              <a:t>  1. Validate tenant exists</a:t>
            </a:r>
          </a:p>
          <a:p>
            <a:pPr>
              <a:defRPr sz="2000"/>
            </a:pPr>
            <a:r>
              <a:t>  2. Query base resources (abstracted only)</a:t>
            </a:r>
          </a:p>
          <a:p>
            <a:pPr>
              <a:defRPr sz="2000"/>
            </a:pPr>
            <a:r>
              <a:t>  3. Generate synthetic IDs</a:t>
            </a:r>
          </a:p>
          <a:p>
            <a:pPr>
              <a:defRPr sz="2000"/>
            </a:pPr>
            <a:r>
              <a:t>  4. Batch insert with adaptive sizing</a:t>
            </a:r>
          </a:p>
          <a:p>
            <a:pPr>
              <a:defRPr sz="2000"/>
            </a:pPr>
            <a:r>
              <a:t>  5. Duplicate relationships</a:t>
            </a:r>
          </a:p>
          <a:p>
            <a:pPr>
              <a:defRPr sz="2000"/>
            </a:pPr>
            <a:r>
              <a:t>  6. Validate no :Original contamination</a:t>
            </a:r>
          </a:p>
          <a:p>
            <a:pPr>
              <a:defRPr sz="2000"/>
            </a:pPr>
            <a:r>
              <a:t>  7. Return detailed metrics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Code: Scale-Down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ScaleDownService.sample_graph():</a:t>
            </a:r>
          </a:p>
          <a:p>
            <a:pPr>
              <a:defRPr sz="2000"/>
            </a:pPr>
            <a:r>
              <a:t>  1. Extract to NetworkX (streaming)</a:t>
            </a:r>
          </a:p>
          <a:p>
            <a:pPr>
              <a:defRPr sz="2000"/>
            </a:pPr>
            <a:r>
              <a:t>  2. Convert IDs (string → int → string)</a:t>
            </a:r>
          </a:p>
          <a:p>
            <a:pPr>
              <a:defRPr sz="2000"/>
            </a:pPr>
            <a:r>
              <a:t>  3. Apply sampling algorithm</a:t>
            </a:r>
          </a:p>
          <a:p>
            <a:pPr>
              <a:defRPr sz="2000"/>
            </a:pPr>
            <a:r>
              <a:t>  4. Calculate quality metrics</a:t>
            </a:r>
          </a:p>
          <a:p>
            <a:pPr>
              <a:defRPr sz="2000"/>
            </a:pPr>
            <a:r>
              <a:t>  5. Export in requested format</a:t>
            </a:r>
          </a:p>
          <a:p>
            <a:pPr>
              <a:defRPr sz="2000"/>
            </a:pPr>
            <a:r>
              <a:t>  6. Validate sample integrity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534 Total Tests:</a:t>
            </a:r>
          </a:p>
          <a:p>
            <a:pPr>
              <a:defRPr sz="2000"/>
            </a:pPr>
            <a:r>
              <a:t>  • 231 Python unit/integration (96.3%)</a:t>
            </a:r>
          </a:p>
          <a:p>
            <a:pPr>
              <a:defRPr sz="2000"/>
            </a:pPr>
            <a:r>
              <a:t>  • 165 Playwright UI tests</a:t>
            </a:r>
          </a:p>
          <a:p>
            <a:pPr>
              <a:defRPr sz="2000"/>
            </a:pPr>
            <a:r>
              <a:t>  • 64 gadugi E2E CLI scenarios</a:t>
            </a:r>
          </a:p>
          <a:p>
            <a:pPr>
              <a:defRPr sz="2000"/>
            </a:pPr>
            <a:r>
              <a:t>  • 25 security injection tests</a:t>
            </a:r>
          </a:p>
          <a:p>
            <a:pPr>
              <a:defRPr sz="2000"/>
            </a:pPr>
            <a:r>
              <a:t>  • 20 real Neo4j integration tests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Real scale achieved: 2.7k → 77k resources</a:t>
            </a:r>
          </a:p>
          <a:p>
            <a:pPr>
              <a:defRPr sz="2000"/>
            </a:pPr>
            <a:r>
              <a:t>All validation checks passed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Was Accomplished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✓ Tested with varied topologies (hub-spoke, multi-region, random)</a:t>
            </a:r>
          </a:p>
          <a:p>
            <a:pPr>
              <a:defRPr sz="2000"/>
            </a:pPr>
            <a:r>
              <a:t>✓ Performance optimized (adaptive batching, parallel processing)</a:t>
            </a:r>
          </a:p>
          <a:p>
            <a:pPr>
              <a:defRPr sz="2000"/>
            </a:pPr>
            <a:r>
              <a:t>✓ Visualization enhanced (synthetic node styling, filters)</a:t>
            </a:r>
          </a:p>
          <a:p>
            <a:pPr>
              <a:defRPr sz="2000"/>
            </a:pPr>
            <a:r>
              <a:t>✓ Algorithms refined (node ID conversion, quality metrics)</a:t>
            </a:r>
          </a:p>
          <a:p>
            <a:pPr>
              <a:defRPr sz="2000"/>
            </a:pPr>
            <a:r>
              <a:t>✓ Documentation comprehensive (40+ guides)</a:t>
            </a:r>
          </a:p>
          <a:p>
            <a:pPr>
              <a:defRPr sz="2000"/>
            </a:pPr>
            <a:r>
              <a:t>✓ Real-world tested (DefenderATEVET17, 77k resources)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Implementation provides working functionality.</a:t>
            </a:r>
          </a:p>
          <a:p>
            <a:pPr>
              <a:defRPr sz="2000"/>
            </a:pPr>
            <a:r>
              <a:t>Further refinements can be made based on deployment experience.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Graph State 1: Baseline (Original Resources)</a:t>
            </a:r>
          </a:p>
        </p:txBody>
      </p:sp>
      <p:pic>
        <p:nvPicPr>
          <p:cNvPr id="3" name="Picture 2" descr="01-baseline-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4,375 real Azure resources - VMs, VNets, Storage, Entra ID, etc.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Graph State 2: Scaled-Up (27x Growth)</a:t>
            </a:r>
          </a:p>
        </p:txBody>
      </p:sp>
      <p:pic>
        <p:nvPicPr>
          <p:cNvPr id="3" name="Picture 2" descr="02-scaled-up-77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78,602 total resources - 2,766 real + 74,397 synthetic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Graph State 3: Scaled-Down (10% Sample)</a:t>
            </a:r>
          </a:p>
        </p:txBody>
      </p:sp>
      <p:pic>
        <p:nvPicPr>
          <p:cNvPr id="3" name="Picture 2" descr="03-scaled-down-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7,700 resource sample maintaining graph structure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UI Tutorial: Getting Started</a:t>
            </a:r>
          </a:p>
        </p:txBody>
      </p:sp>
      <p:pic>
        <p:nvPicPr>
          <p:cNvPr id="3" name="Picture 2" descr="tutorial-01-getting-sta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Navigate to Scale Operations tab and select mode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UI Tutorial: Template Strategy</a:t>
            </a:r>
          </a:p>
        </p:txBody>
      </p:sp>
      <p:pic>
        <p:nvPicPr>
          <p:cNvPr id="3" name="Picture 2" descr="tutorial-02-template-strate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Configure template-based scaling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UI Tutorial: Scenario Selection</a:t>
            </a:r>
          </a:p>
        </p:txBody>
      </p:sp>
      <p:pic>
        <p:nvPicPr>
          <p:cNvPr id="3" name="Picture 2" descr="tutorial-03-scenario-se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Generate hub-spoke topology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UI Tutorial: Scale Factor</a:t>
            </a:r>
          </a:p>
        </p:txBody>
      </p:sp>
      <p:pic>
        <p:nvPicPr>
          <p:cNvPr id="3" name="Picture 2" descr="tutorial-04-scale-fa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Adjust intensity with slider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UI Tutorial: Preview &amp; Execute</a:t>
            </a:r>
          </a:p>
        </p:txBody>
      </p:sp>
      <p:pic>
        <p:nvPicPr>
          <p:cNvPr id="3" name="Picture 2" descr="tutorial-05-preview-exec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Safe execution workflow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UI Tutorial: Quick Actions</a:t>
            </a:r>
          </a:p>
        </p:txBody>
      </p:sp>
      <p:pic>
        <p:nvPicPr>
          <p:cNvPr id="3" name="Picture 2" descr="tutorial-06-quick-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Clean, validate, and analyze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UI Tutorial: Validation</a:t>
            </a:r>
          </a:p>
        </p:txBody>
      </p:sp>
      <p:pic>
        <p:nvPicPr>
          <p:cNvPr id="3" name="Picture 2" descr="tutorial-07-validation-op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Graph integrity checks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UI Tutorial: Scale-Down</a:t>
            </a:r>
          </a:p>
        </p:txBody>
      </p:sp>
      <p:pic>
        <p:nvPicPr>
          <p:cNvPr id="3" name="Picture 2" descr="tutorial-08-scale-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Sampling configuration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REAL Graph Visualization: Scaled-Up (87k Nodes)</a:t>
            </a:r>
          </a:p>
        </p:txBody>
      </p:sp>
      <p:pic>
        <p:nvPicPr>
          <p:cNvPr id="3" name="Picture 2" descr="02-REAL-scaled-up-87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Actual 3D force-directed graph from atg visualize - 87,941 nodes, 45,185 relationships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REAL Graph Visualization: Scaled-Down Sample</a:t>
            </a:r>
          </a:p>
        </p:txBody>
      </p:sp>
      <p:pic>
        <p:nvPicPr>
          <p:cNvPr id="3" name="Picture 2" descr="03-REAL-scaled-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10% sample showing 109 nodes, 100 relationships - network structure preserved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