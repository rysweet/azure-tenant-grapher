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Scale Operations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Tenant Grapher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Scale-UP: Synthetic resource generation for testing</a:t>
            </a:r>
          </a:p>
          <a:p>
            <a:pPr>
              <a:defRPr sz="2200"/>
            </a:pPr>
            <a:r>
              <a:t>Scale-DOWN: Representative subset extraction</a:t>
            </a:r>
          </a:p>
          <a:p>
            <a:pPr>
              <a:defRPr sz="2200"/>
            </a:pPr>
            <a:r>
              <a:t>7 CLI commands implemented</a:t>
            </a:r>
          </a:p>
          <a:p>
            <a:pPr>
              <a:defRPr sz="2200"/>
            </a:pPr>
            <a:r>
              <a:t>12 UI components built</a:t>
            </a:r>
          </a:p>
          <a:p>
            <a:pPr>
              <a:defRPr sz="2200"/>
            </a:pPr>
            <a:r>
              <a:t>Tested with real Azure tenant data</a:t>
            </a:r>
          </a:p>
          <a:p>
            <a:pPr>
              <a:defRPr sz="2200"/>
            </a:pPr>
            <a:r>
              <a:t>Further improvements and optimizations planned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Dual-Graph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5943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latin typeface="Courier New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r>
              <a:t>│         ORIGINAL LAYER (Immutable)          │</a:t>
            </a:r>
          </a:p>
          <a:p>
            <a:r>
              <a:t>│    :Resource:Original - Real Azure IDs      │</a:t>
            </a:r>
          </a:p>
          <a:p>
            <a:r>
              <a:t>│    /subscriptions/.../virtualMachines/vm1   │</a:t>
            </a:r>
          </a:p>
          <a:p>
            <a:r>
              <a:t>└──────────────┬──────────────────────────────┘</a:t>
            </a:r>
          </a:p>
          <a:p>
            <a:r>
              <a:t>               │ SCAN_SOURCE_NODE</a:t>
            </a:r>
          </a:p>
          <a:p>
            <a:r>
              <a:t>               │ (Links abstracted→original)</a:t>
            </a:r>
          </a:p>
          <a:p>
            <a:r>
              <a:t>               ↓</a:t>
            </a:r>
          </a:p>
          <a:p>
            <a:r>
              <a:t>┌──────────────────────────────────────────────┐</a:t>
            </a:r>
          </a:p>
          <a:p>
            <a:r>
              <a:t>│       ABSTRACTED LAYER (Scale Target)        │</a:t>
            </a:r>
          </a:p>
          <a:p>
            <a:r>
              <a:t>│    :Resource - Hash IDs + Synthetic          │</a:t>
            </a:r>
          </a:p>
          <a:p>
            <a:r>
              <a:t>│    vm-a1b2c3d4 (real) + synthetic-vm-xyz     │</a:t>
            </a:r>
          </a:p>
          <a:p>
            <a:r>
              <a:t>└──────────────────────────────────────────────┘</a:t>
            </a:r>
          </a:p>
          <a:p>
            <a:r>
              <a:t>               ↓</a:t>
            </a:r>
          </a:p>
          <a:p>
            <a:r>
              <a:t>       Scale Operations Work Here</a:t>
            </a:r>
          </a:p>
          <a:p>
            <a:r>
              <a:t>       (Never touch Original layer)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Step 1: Check current graph state</a:t>
            </a:r>
          </a:p>
          <a:p>
            <a:pPr>
              <a:defRPr sz="2200"/>
            </a:pPr>
            <a:r>
              <a:t>  $ atg scale-stats --tenant-id &lt;ID&gt;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2: Create template or use scenario</a:t>
            </a:r>
          </a:p>
          <a:p>
            <a:pPr>
              <a:defRPr sz="2200"/>
            </a:pPr>
            <a:r>
              <a:t>  $ atg scale-up scenario --scenario hub-spoke --spokes 5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3: Validate results</a:t>
            </a:r>
          </a:p>
          <a:p>
            <a:pPr>
              <a:defRPr sz="2200"/>
            </a:pPr>
            <a:r>
              <a:t>  $ atg scale-validate --check all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4: View statistics</a:t>
            </a:r>
          </a:p>
          <a:p>
            <a:pPr>
              <a:defRPr sz="2200"/>
            </a:pPr>
            <a:r>
              <a:t>  $ atg scale-stats --detailed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Step 1: Choose sampling algorithm</a:t>
            </a:r>
          </a:p>
          <a:p>
            <a:pPr>
              <a:defRPr sz="2200"/>
            </a:pPr>
            <a:r>
              <a:t>  $ atg scale-down algorithm --algorithm forest-fire --target-size 0.1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2: Export subset</a:t>
            </a:r>
          </a:p>
          <a:p>
            <a:pPr>
              <a:defRPr sz="2200"/>
            </a:pPr>
            <a:r>
              <a:t>  --output-mode file --output-file subset.yaml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3: Or create new tenant</a:t>
            </a:r>
          </a:p>
          <a:p>
            <a:pPr>
              <a:defRPr sz="2200"/>
            </a:pPr>
            <a:r>
              <a:t>  --output-mode new-tenant --new-tenant-name sample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Step 4: Validate sample quality</a:t>
            </a:r>
          </a:p>
          <a:p>
            <a:pPr>
              <a:defRPr sz="2200"/>
            </a:pPr>
            <a:r>
              <a:t>  Metrics include degree distribution, clustering coefficient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Test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Real scale-up test on DefenderATEVET17:</a:t>
            </a:r>
          </a:p>
          <a:p>
            <a:pPr>
              <a:defRPr sz="2200"/>
            </a:pPr>
            <a:r>
              <a:t>  • Baseline: 4,092 abstracted resources</a:t>
            </a:r>
          </a:p>
          <a:p>
            <a:pPr>
              <a:defRPr sz="2200"/>
            </a:pPr>
            <a:r>
              <a:t>  • After 10x scale: 41,205 resources</a:t>
            </a:r>
          </a:p>
          <a:p>
            <a:pPr>
              <a:defRPr sz="2200"/>
            </a:pPr>
            <a:r>
              <a:t>  • Synthetic created: 38,439 resources</a:t>
            </a:r>
          </a:p>
          <a:p>
            <a:pPr>
              <a:defRPr sz="2200"/>
            </a:pPr>
            <a:r>
              <a:t>  • Performance: 329 resources/second peak</a:t>
            </a:r>
          </a:p>
          <a:p>
            <a:pPr>
              <a:defRPr sz="2200"/>
            </a:pPr>
            <a:r>
              <a:t>  • Validation: All checks passed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Evidence available in integration-test-evidence/ directory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Unit Tests: 231 tests covering services and utilities</a:t>
            </a:r>
          </a:p>
          <a:p>
            <a:pPr>
              <a:defRPr sz="2200"/>
            </a:pPr>
            <a:r>
              <a:t>Integration Tests: 20 tests with real Neo4j database</a:t>
            </a:r>
          </a:p>
          <a:p>
            <a:pPr>
              <a:defRPr sz="2200"/>
            </a:pPr>
            <a:r>
              <a:t>E2E Tests: 64 gadugi-agentic-test CLI scenarios</a:t>
            </a:r>
          </a:p>
          <a:p>
            <a:pPr>
              <a:defRPr sz="2200"/>
            </a:pPr>
            <a:r>
              <a:t>UI Tests: 165 Playwright tests for React components</a:t>
            </a:r>
          </a:p>
          <a:p>
            <a:pPr>
              <a:defRPr sz="2200"/>
            </a:pPr>
            <a:r>
              <a:t>Security Tests: 25 injection prevention tests</a:t>
            </a:r>
          </a:p>
          <a:p>
            <a:pPr>
              <a:defRPr sz="2200"/>
            </a:pPr>
            <a:r>
              <a:t>Real Data: Tested with actual Azure tenant (DefenderATEVET17)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&amp; Areas for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Performance could be optimized further for graphs &gt;100k resources</a:t>
            </a:r>
          </a:p>
          <a:p>
            <a:pPr>
              <a:defRPr sz="2200"/>
            </a:pPr>
            <a:r>
              <a:t>Motif discovery uses simplified algorithm (FANMOD/MODA could enhance)</a:t>
            </a:r>
          </a:p>
          <a:p>
            <a:pPr>
              <a:defRPr sz="2200"/>
            </a:pPr>
            <a:r>
              <a:t>Some UI test scenarios require running backend</a:t>
            </a:r>
          </a:p>
          <a:p>
            <a:pPr>
              <a:defRPr sz="2200"/>
            </a:pPr>
            <a:r>
              <a:t>littleballoffur library has constraints on node ID formats</a:t>
            </a:r>
          </a:p>
          <a:p>
            <a:pPr>
              <a:defRPr sz="2200"/>
            </a:pPr>
            <a:r>
              <a:t>Additional visualization options could be beneficial</a:t>
            </a:r>
          </a:p>
          <a:p>
            <a:pPr>
              <a:defRPr sz="2200"/>
            </a:pPr>
            <a:r>
              <a:t>Real-world usage will reveal further refinements needed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Scale-Up Operation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2801600" cy="5943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latin typeface="Courier New"/>
              </a:defRPr>
            </a:pPr>
            <a:r>
              <a:t>User → CLI → ScaleUpService</a:t>
            </a:r>
          </a:p>
          <a:p>
            <a:r>
              <a:t>         ↓</a:t>
            </a:r>
          </a:p>
          <a:p>
            <a:r>
              <a:t>    Validate Parameters</a:t>
            </a:r>
          </a:p>
          <a:p>
            <a:r>
              <a:t>         ↓</a:t>
            </a:r>
          </a:p>
          <a:p>
            <a:r>
              <a:t>    Query Base Resources (abstracted layer only)</a:t>
            </a:r>
          </a:p>
          <a:p>
            <a:r>
              <a:t>         ↓</a:t>
            </a:r>
          </a:p>
          <a:p>
            <a:r>
              <a:t>    Generate Synthetic IDs (synthetic-{type}-{uuid})</a:t>
            </a:r>
          </a:p>
          <a:p>
            <a:r>
              <a:t>         ↓</a:t>
            </a:r>
          </a:p>
          <a:p>
            <a:r>
              <a:t>    Batch Create Nodes (500 per transaction)</a:t>
            </a:r>
          </a:p>
          <a:p>
            <a:r>
              <a:t>         ↓</a:t>
            </a:r>
          </a:p>
          <a:p>
            <a:r>
              <a:t>    Duplicate Relationships (abstracted graph only)</a:t>
            </a:r>
          </a:p>
          <a:p>
            <a:r>
              <a:t>         ↓</a:t>
            </a:r>
          </a:p>
          <a:p>
            <a:r>
              <a:t>    Validate Results (no :Original contamination)</a:t>
            </a:r>
          </a:p>
          <a:p>
            <a:r>
              <a:t>         ↓</a:t>
            </a:r>
          </a:p>
          <a:p>
            <a:r>
              <a:t>    Return Metrics (nodes created, relationships, time)</a:t>
            </a:r>
          </a:p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Implementation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Services: Implemented and tested with real data</a:t>
            </a:r>
          </a:p>
          <a:p>
            <a:pPr>
              <a:defRPr sz="2200"/>
            </a:pPr>
            <a:r>
              <a:t>CLI: 7 commands functional</a:t>
            </a:r>
          </a:p>
          <a:p>
            <a:pPr>
              <a:defRPr sz="2200"/>
            </a:pPr>
            <a:r>
              <a:t>UI: 12 React components built</a:t>
            </a:r>
          </a:p>
          <a:p>
            <a:pPr>
              <a:defRPr sz="2200"/>
            </a:pPr>
            <a:r>
              <a:t>Testing: Comprehensive coverage across multiple frameworks</a:t>
            </a:r>
          </a:p>
          <a:p>
            <a:pPr>
              <a:defRPr sz="2200"/>
            </a:pPr>
            <a:r>
              <a:t>Documentation: Extensive guides and references available</a:t>
            </a:r>
          </a:p>
          <a:p>
            <a:pPr>
              <a:defRPr sz="2200"/>
            </a:pPr>
            <a:r>
              <a:t>Integration: Tested with DefenderATEVET17 tenant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Opportunities remain for optimization and enhancement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Continue testing with varied tenant topologies</a:t>
            </a:r>
          </a:p>
          <a:p>
            <a:pPr>
              <a:defRPr sz="2200"/>
            </a:pPr>
            <a:r>
              <a:t>Gather feedback from real-world usage</a:t>
            </a:r>
          </a:p>
          <a:p>
            <a:pPr>
              <a:defRPr sz="2200"/>
            </a:pPr>
            <a:r>
              <a:t>Optimize based on performance profiling results</a:t>
            </a:r>
          </a:p>
          <a:p>
            <a:pPr>
              <a:defRPr sz="2200"/>
            </a:pPr>
            <a:r>
              <a:t>Enhance visualization options based on user needs</a:t>
            </a:r>
          </a:p>
          <a:p>
            <a:pPr>
              <a:defRPr sz="2200"/>
            </a:pPr>
            <a:r>
              <a:t>Refine algorithms based on actual use cases</a:t>
            </a:r>
          </a:p>
          <a:p>
            <a:pPr>
              <a:defRPr sz="2200"/>
            </a:pPr>
            <a:r>
              <a:t>Improve documentation based on user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