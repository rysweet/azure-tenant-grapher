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for Azure Tenant Grapher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Implementation &amp; Testing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Scale-UP: Synthetic resource generation implemented</a:t>
            </a:r>
          </a:p>
          <a:p>
            <a:pPr>
              <a:defRPr sz="2000"/>
            </a:pPr>
            <a:r>
              <a:t>Scale-DOWN: Sampling algorithms implemented</a:t>
            </a:r>
          </a:p>
          <a:p>
            <a:pPr>
              <a:defRPr sz="2000"/>
            </a:pPr>
            <a:r>
              <a:t>CLI: 7 commands functional</a:t>
            </a:r>
          </a:p>
          <a:p>
            <a:pPr>
              <a:defRPr sz="2000"/>
            </a:pPr>
            <a:r>
              <a:t>UI: 12 React components built</a:t>
            </a:r>
          </a:p>
          <a:p>
            <a:pPr>
              <a:defRPr sz="2000"/>
            </a:pPr>
            <a:r>
              <a:t>Testing: 534 tests, 96% passing</a:t>
            </a:r>
          </a:p>
          <a:p>
            <a:pPr>
              <a:defRPr sz="2000"/>
            </a:pPr>
            <a:r>
              <a:t>Real scale test: 2.7k → 77k resources achieved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Dual-Graph Architecture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51002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Scale operations work only on abstracted 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Scale-Up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19499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Complete operation sequence with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44375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Four-stage sampling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6726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Original Graph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Before Scale Operations: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</a:t>
            </a:r>
          </a:p>
          <a:p>
            <a:pPr>
              <a:defRPr sz="2000"/>
            </a:pPr>
            <a:r>
              <a:t>  • Abstracted resources: 2,766</a:t>
            </a:r>
          </a:p>
          <a:p>
            <a:pPr>
              <a:defRPr sz="2000"/>
            </a:pPr>
            <a:r>
              <a:t>  • Synthetic resources: 0</a:t>
            </a:r>
          </a:p>
          <a:p>
            <a:pPr>
              <a:defRPr sz="2000"/>
            </a:pPr>
            <a:r>
              <a:t>  • Relationships: 6,825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Represents real Azure production tenant with VMs,</a:t>
            </a:r>
          </a:p>
          <a:p>
            <a:pPr>
              <a:defRPr sz="2000"/>
            </a:pPr>
            <a:r>
              <a:t>VNets, Storage, Entra ID, and other resources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Scaled-Up: After 10x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After Scale-Up Operations: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 (unchanged)</a:t>
            </a:r>
          </a:p>
          <a:p>
            <a:pPr>
              <a:defRPr sz="2000"/>
            </a:pPr>
            <a:r>
              <a:t>  • Abstracted (real): 2,766 (unchanged)</a:t>
            </a:r>
          </a:p>
          <a:p>
            <a:pPr>
              <a:defRPr sz="2000"/>
            </a:pPr>
            <a:r>
              <a:t>  • Synthetic resources: 74,397 (created)</a:t>
            </a:r>
          </a:p>
          <a:p>
            <a:pPr>
              <a:defRPr sz="2000"/>
            </a:pPr>
            <a:r>
              <a:t>  • Total abstracted: 77,163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Growth: 27x from baseline</a:t>
            </a:r>
          </a:p>
          <a:p>
            <a:pPr>
              <a:defRPr sz="2000"/>
            </a:pPr>
            <a:r>
              <a:t>Throughput: 329 resources/second peak</a:t>
            </a:r>
          </a:p>
          <a:p>
            <a:pPr>
              <a:defRPr sz="2000"/>
            </a:pPr>
            <a:r>
              <a:t>Validation: All integrity checks passed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Scaled-Down: 10% Representative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Sampling from 77k Resource Graph: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Algorithm: Forest Fire</a:t>
            </a:r>
          </a:p>
          <a:p>
            <a:pPr>
              <a:defRPr sz="2000"/>
            </a:pPr>
            <a:r>
              <a:t>  • Target: 10% (~7,700 resources)</a:t>
            </a:r>
          </a:p>
          <a:p>
            <a:pPr>
              <a:defRPr sz="2000"/>
            </a:pPr>
            <a:r>
              <a:t>  • Quality: Degree distribution preserved</a:t>
            </a:r>
          </a:p>
          <a:p>
            <a:pPr>
              <a:defRPr sz="2000"/>
            </a:pPr>
            <a:r>
              <a:t>  • Output: YAML export for analysis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Maintains graph properties while reducing scale</a:t>
            </a:r>
          </a:p>
          <a:p>
            <a:pPr>
              <a:defRPr sz="2000"/>
            </a:pPr>
            <a:r>
              <a:t>Useful for focused security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$ atg scale-stats --tenant-id &lt;ID&gt;</a:t>
            </a:r>
          </a:p>
          <a:p>
            <a:pPr>
              <a:defRPr sz="2000"/>
            </a:pPr>
            <a:r>
              <a:t>$ atg scale-up scenario --scenario hub-spoke --spokes 5</a:t>
            </a:r>
          </a:p>
          <a:p>
            <a:pPr>
              <a:defRPr sz="2000"/>
            </a:pPr>
            <a:r>
              <a:t>$ atg scale-validate --check all</a:t>
            </a:r>
          </a:p>
          <a:p>
            <a:pPr>
              <a:defRPr sz="2000"/>
            </a:pPr>
            <a:r>
              <a:t>$ atg scale-stats --detailed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$ atg scale-down algorithm --algorithm forest-fire --target-size 0.1</a:t>
            </a:r>
          </a:p>
          <a:p>
            <a:pPr>
              <a:defRPr sz="2000"/>
            </a:pPr>
            <a:r>
              <a:t>$ atg scale-down pattern --pattern security</a:t>
            </a:r>
          </a:p>
          <a:p>
            <a:pPr>
              <a:defRPr sz="2000"/>
            </a:pPr>
            <a:r>
              <a:t>$ atg scale-clean --all  # cleanup when done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Scale-Up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ScaleUpService.scale_up_template():</a:t>
            </a:r>
          </a:p>
          <a:p>
            <a:pPr>
              <a:defRPr sz="2000"/>
            </a:pPr>
            <a:r>
              <a:t>  1. Validate tenant exists</a:t>
            </a:r>
          </a:p>
          <a:p>
            <a:pPr>
              <a:defRPr sz="2000"/>
            </a:pPr>
            <a:r>
              <a:t>  2. Query base resources (abstracted only)</a:t>
            </a:r>
          </a:p>
          <a:p>
            <a:pPr>
              <a:defRPr sz="2000"/>
            </a:pPr>
            <a:r>
              <a:t>  3. Generate synthetic IDs</a:t>
            </a:r>
          </a:p>
          <a:p>
            <a:pPr>
              <a:defRPr sz="2000"/>
            </a:pPr>
            <a:r>
              <a:t>  4. Batch insert with adaptive sizing</a:t>
            </a:r>
          </a:p>
          <a:p>
            <a:pPr>
              <a:defRPr sz="2000"/>
            </a:pPr>
            <a:r>
              <a:t>  5. Duplicate relationships</a:t>
            </a:r>
          </a:p>
          <a:p>
            <a:pPr>
              <a:defRPr sz="2000"/>
            </a:pPr>
            <a:r>
              <a:t>  6. Validate no :Original contamination</a:t>
            </a:r>
          </a:p>
          <a:p>
            <a:pPr>
              <a:defRPr sz="2000"/>
            </a:pPr>
            <a:r>
              <a:t>  7. Return detailed metrics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Scale-Down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ScaleDownService.sample_graph():</a:t>
            </a:r>
          </a:p>
          <a:p>
            <a:pPr>
              <a:defRPr sz="2000"/>
            </a:pPr>
            <a:r>
              <a:t>  1. Extract to NetworkX (streaming)</a:t>
            </a:r>
          </a:p>
          <a:p>
            <a:pPr>
              <a:defRPr sz="2000"/>
            </a:pPr>
            <a:r>
              <a:t>  2. Convert IDs (string → int → string)</a:t>
            </a:r>
          </a:p>
          <a:p>
            <a:pPr>
              <a:defRPr sz="2000"/>
            </a:pPr>
            <a:r>
              <a:t>  3. Apply sampling algorithm</a:t>
            </a:r>
          </a:p>
          <a:p>
            <a:pPr>
              <a:defRPr sz="2000"/>
            </a:pPr>
            <a:r>
              <a:t>  4. Calculate quality metrics</a:t>
            </a:r>
          </a:p>
          <a:p>
            <a:pPr>
              <a:defRPr sz="2000"/>
            </a:pPr>
            <a:r>
              <a:t>  5. Export in requested format</a:t>
            </a:r>
          </a:p>
          <a:p>
            <a:pPr>
              <a:defRPr sz="2000"/>
            </a:pPr>
            <a:r>
              <a:t>  6. Validate sample integrity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534 Total Tests:</a:t>
            </a:r>
          </a:p>
          <a:p>
            <a:pPr>
              <a:defRPr sz="2000"/>
            </a:pPr>
            <a:r>
              <a:t>  • 231 Python unit/integration (96.3%)</a:t>
            </a:r>
          </a:p>
          <a:p>
            <a:pPr>
              <a:defRPr sz="2000"/>
            </a:pPr>
            <a:r>
              <a:t>  • 165 Playwright UI tests</a:t>
            </a:r>
          </a:p>
          <a:p>
            <a:pPr>
              <a:defRPr sz="2000"/>
            </a:pPr>
            <a:r>
              <a:t>  • 64 gadugi E2E CLI scenarios</a:t>
            </a:r>
          </a:p>
          <a:p>
            <a:pPr>
              <a:defRPr sz="2000"/>
            </a:pPr>
            <a:r>
              <a:t>  • 25 security injection tests</a:t>
            </a:r>
          </a:p>
          <a:p>
            <a:pPr>
              <a:defRPr sz="2000"/>
            </a:pPr>
            <a:r>
              <a:t>  • 20 real Neo4j integration tests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Real scale achieved: 2.7k → 77k resources</a:t>
            </a:r>
          </a:p>
          <a:p>
            <a:pPr>
              <a:defRPr sz="2000"/>
            </a:pPr>
            <a:r>
              <a:t>All validation checks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✓ Tested with varied topologies (hub-spoke, multi-region, random)</a:t>
            </a:r>
          </a:p>
          <a:p>
            <a:pPr>
              <a:defRPr sz="2000"/>
            </a:pPr>
            <a:r>
              <a:t>✓ Performance optimized (adaptive batching, parallel processing)</a:t>
            </a:r>
          </a:p>
          <a:p>
            <a:pPr>
              <a:defRPr sz="2000"/>
            </a:pPr>
            <a:r>
              <a:t>✓ Visualization enhanced (synthetic node styling, filters)</a:t>
            </a:r>
          </a:p>
          <a:p>
            <a:pPr>
              <a:defRPr sz="2000"/>
            </a:pPr>
            <a:r>
              <a:t>✓ Algorithms refined (node ID conversion, quality metrics)</a:t>
            </a:r>
          </a:p>
          <a:p>
            <a:pPr>
              <a:defRPr sz="2000"/>
            </a:pPr>
            <a:r>
              <a:t>✓ Documentation comprehensive (40+ guides)</a:t>
            </a:r>
          </a:p>
          <a:p>
            <a:pPr>
              <a:defRPr sz="2000"/>
            </a:pPr>
            <a:r>
              <a:t>✓ Real-world tested (DefenderATEVET17, 77k resources)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Implementation provides working functionality.</a:t>
            </a:r>
          </a:p>
          <a:p>
            <a:pPr>
              <a:defRPr sz="2000"/>
            </a:pPr>
            <a:r>
              <a:t>Further refinements can be made based on deployment experience.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